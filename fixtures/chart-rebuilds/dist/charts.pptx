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2EB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0"/>
            <a:ext cx="112745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PLACEHOLDER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F3B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chart-rebuilds/dist/charts.pptx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2026-10-06T19:29:07Z</dcterms:created>
  <dcterms:modified xsi:type="dcterms:W3CDTF">2026-10-06T19:29:07Z</dcterms:modified>
</cp:coreProperties>
</file>